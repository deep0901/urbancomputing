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Energy Price &amp; Consumption</a:t>
            </a:r>
            <a:br/>
            <a:r>
              <a:t>Explainability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ML-Powered Energy Market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Predicts electricity prices with 98%+ accuracy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Explains predictions in plain English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Real-time ENTSOE energy market integration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Interactive 3-tab dashboard with visualizations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22 engineered features + fuzzy logic explanations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Model Performance: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Train R²: 0.9851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Test R²: 0.9813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Accuracy: 98.13%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Speed: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&lt;100ms prediction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&lt;2s dashboard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Testing: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22 unit tests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100% passing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4.31s runtime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Code Quality: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100% type hints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100% docstrings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Production-ready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Frontend: Streamlit Dashboard (3 interactive tabs + metrics)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ML Engine: Linear Regression with 22 advanced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Explainability: Fuzzy Logic → Natural Language explanations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Data: Real ENTSOE API integration (European energy markets)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Quality: Custom logging, 5 exception types, comprehensive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🔧 22 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Temporal: Hour, day-of-week, month (sin/cos encoded)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Energy Market: Off-peak (1-5 AM), business hours (9-5), seasons (4)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Consumption: Raw, squared, rolling 24h mean/std, lag 1h/24h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Market Dynamics: Price-demand ratio, normalized values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Result: Captures temporal, seasonal, and market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🎨 Dashboard - Main Interface</a:t>
            </a:r>
          </a:p>
        </p:txBody>
      </p:sp>
      <p:pic>
        <p:nvPicPr>
          <p:cNvPr id="4" name="Picture 3" descr="tem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73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Predictions + AI Explanations</a:t>
            </a:r>
          </a:p>
        </p:txBody>
      </p:sp>
      <p:pic>
        <p:nvPicPr>
          <p:cNvPr id="4" name="Picture 3" descr="temp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73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🔗 Market Analysis - Correlation</a:t>
            </a:r>
          </a:p>
        </p:txBody>
      </p:sp>
      <p:pic>
        <p:nvPicPr>
          <p:cNvPr id="4" name="Picture 3" descr="tem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73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Real-world application: Predicts actual European energy prices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Explainability: AI that users can understand and trust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Production-ready: Logging, error handling, testing, documentation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Scalable: Can extend to all ENTSO-E countries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Domain expertise: Realistic energy market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⚙️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Python 3.11.9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Streamlit 1.50.0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Scikit-learn 1.7.2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Scikit-fuzzy 0.5.0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Pandas, NumPy,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Tests: 22/22 passing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R²: 0.9851 (train)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R²: 0.9813 (test)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Speed: &lt;100ms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Production: ✓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✅ 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98.13% prediction accuracy (R² = 0.9851)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22 comprehensive unit tests (100% passing)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Intelligent explanations using fuzzy logic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3-tab interactive visualization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✓ 5000+ words of professional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Run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1. cd "c:\Urban computing\energy-explain"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2. .venv\Scripts\python.exe -m streamlit run app.py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3. Open http://localhost:8502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4. Select country and analyze energy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5. View AI-generated predictions and explanations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99CC"/>
                </a:solidFill>
              </a:defRPr>
            </a:pPr>
            <a:r>
              <a:t>Energy Dashboard Ready for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